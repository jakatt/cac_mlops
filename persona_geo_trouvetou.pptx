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11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D4B8"/>
                </a:solidFill>
              </a:rPr>
              <a:t>Géomaticien / Analyste SIG — CEREMA
(alias : « Géo Trouvetou »)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389888"/>
            <a:ext cx="1371600" cy="1371600"/>
          </a:xfrm>
          <a:prstGeom prst="ellipse">
            <a:avLst/>
          </a:prstGeom>
          <a:solidFill>
            <a:srgbClr val="E8F2FA"/>
          </a:solidFill>
          <a:ln w="25400">
            <a:solidFill>
              <a:srgbClr val="A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45336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5E3B"/>
                </a:solidFill>
              </a:rPr>
              <a:t>GT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290779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Nom : </a:t>
            </a:r>
            <a:r>
              <a:rPr sz="850">
                <a:solidFill>
                  <a:srgbClr val="C8DEF2"/>
                </a:solidFill>
              </a:rPr>
              <a:t>Marc DURAND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317479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Âge : </a:t>
            </a:r>
            <a:r>
              <a:rPr sz="850">
                <a:solidFill>
                  <a:srgbClr val="C8DEF2"/>
                </a:solidFill>
              </a:rPr>
              <a:t>47 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4418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Profession : </a:t>
            </a:r>
            <a:r>
              <a:rPr sz="850">
                <a:solidFill>
                  <a:srgbClr val="C8DEF2"/>
                </a:solidFill>
              </a:rPr>
              <a:t>Géomaticien / Analyste SIG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708804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Employeur : </a:t>
            </a:r>
            <a:r>
              <a:rPr sz="850">
                <a:solidFill>
                  <a:srgbClr val="C8DEF2"/>
                </a:solidFill>
              </a:rPr>
              <a:t>CEREMA — Centre-Est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97580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Lieu : </a:t>
            </a:r>
            <a:r>
              <a:rPr sz="850">
                <a:solidFill>
                  <a:srgbClr val="C8DEF2"/>
                </a:solidFill>
              </a:rPr>
              <a:t>Bordeaux,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424281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Éducation : </a:t>
            </a:r>
            <a:r>
              <a:rPr sz="850">
                <a:solidFill>
                  <a:srgbClr val="C8DEF2"/>
                </a:solidFill>
              </a:rPr>
              <a:t>Bac+5 — Géographie &amp; Géomatique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450981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Revenu : </a:t>
            </a:r>
            <a:r>
              <a:rPr sz="850">
                <a:solidFill>
                  <a:srgbClr val="C8DEF2"/>
                </a:solidFill>
              </a:rPr>
              <a:t>55 000 €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0"/>
            <a:ext cx="8622792" cy="685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58183" y="192024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256032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3B"/>
                </a:solidFill>
              </a:rPr>
              <a:t>Objectifs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530352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Produire des cartes de chaleur des zones à risque actualisées pour les Départements et la DREAL.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Identifier les points noirs émergents avant qu'ils ne génèrent des accidents répétés.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Alimenter les plans d'infrastructure avec des données spatiales prédictives.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14131" y="192024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8139" y="256032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3B"/>
                </a:solidFill>
              </a:rPr>
              <a:t>Besoins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8139" y="530352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Une carte actualisée automatiquement après chaque cycle d'entraînement du modèle.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Pouvoir filtrer par type de route, heure, météo — pour isoler les facteurs spatiaux.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Export shapefile / CSV pour intégration dans QGIS ou ArcGIS.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8183" y="2307336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1" y="2371344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3B"/>
                </a:solidFill>
              </a:rPr>
              <a:t>Comportements au quotidien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2645664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Produit des cartes de chaleur trimestrielles pour les Conseils Départementaux.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Croise données accidents avec cadastre routier dans QGIS.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Participe aux comités de pilotage des plans de sécurité routière.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Alerte les gestionnaires de voirie sur les zones émergentes.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4131" y="2307336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8139" y="2371344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3B"/>
                </a:solidFill>
              </a:rPr>
              <a:t>Outils utilisés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8139" y="2645664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QGIS — outil SIG principal.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ArcGIS — pour livrables aux partenaires institutionnels.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Notre solution Gradio — génération des heatmaps depuis le modèle ML.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PowerBI — reporting direction.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8183" y="4422648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22191" y="4486656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3B"/>
                </a:solidFill>
              </a:rPr>
              <a:t>Problèmes rencontrés (avant la solution)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1" y="4760976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Cartes produites manuellement depuis des exports Excel — long et sujet aux erreurs.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Impossible de prédire les zones à risque : analyse uniquement le passé.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Attend 2 ans les données ONISR officielles — les cartes sont toujours en retard.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14131" y="4422648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8139" y="4486656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3B"/>
                </a:solidFill>
              </a:rPr>
              <a:t>Citation typique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8139" y="4760976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« Sur le terrain, tout le monde sait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qu'il y a un carrefour dangereux.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Sans carte chiffrée et actualisée,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impossible de convaincre l'élu de financer.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