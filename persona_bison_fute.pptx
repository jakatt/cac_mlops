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11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Sylvie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CFE8"/>
                </a:solidFill>
              </a:rPr>
              <a:t>Analyste Sécurité Routière — ONISR
(alias : « Bison Futé »)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389888"/>
            <a:ext cx="1371600" cy="1371600"/>
          </a:xfrm>
          <a:prstGeom prst="ellipse">
            <a:avLst/>
          </a:prstGeom>
          <a:solidFill>
            <a:srgbClr val="E8F2FA"/>
          </a:solidFill>
          <a:ln w="25400">
            <a:solidFill>
              <a:srgbClr val="A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45336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5276"/>
                </a:solidFill>
              </a:rPr>
              <a:t>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290779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Nom : </a:t>
            </a:r>
            <a:r>
              <a:rPr sz="850">
                <a:solidFill>
                  <a:srgbClr val="C8DEF2"/>
                </a:solidFill>
              </a:rPr>
              <a:t>Sylvie FERRAND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317479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Âge : </a:t>
            </a:r>
            <a:r>
              <a:rPr sz="850">
                <a:solidFill>
                  <a:srgbClr val="C8DEF2"/>
                </a:solidFill>
              </a:rPr>
              <a:t>38 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4418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Profession : </a:t>
            </a:r>
            <a:r>
              <a:rPr sz="850">
                <a:solidFill>
                  <a:srgbClr val="C8DEF2"/>
                </a:solidFill>
              </a:rPr>
              <a:t>Analyste Sécurité Routière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708804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Employeur : </a:t>
            </a:r>
            <a:r>
              <a:rPr sz="850">
                <a:solidFill>
                  <a:srgbClr val="C8DEF2"/>
                </a:solidFill>
              </a:rPr>
              <a:t>ONISR / DSCR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97580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Lieu : </a:t>
            </a:r>
            <a:r>
              <a:rPr sz="850">
                <a:solidFill>
                  <a:srgbClr val="C8DEF2"/>
                </a:solidFill>
              </a:rPr>
              <a:t>Lyon,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424281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Éducation : </a:t>
            </a:r>
            <a:r>
              <a:rPr sz="850">
                <a:solidFill>
                  <a:srgbClr val="C8DEF2"/>
                </a:solidFill>
              </a:rPr>
              <a:t>Bac+5 — Master Statistiques &amp; 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450981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Revenu : </a:t>
            </a:r>
            <a:r>
              <a:rPr sz="850">
                <a:solidFill>
                  <a:srgbClr val="C8DEF2"/>
                </a:solidFill>
              </a:rPr>
              <a:t>52 000 €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0"/>
            <a:ext cx="8622792" cy="685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58183" y="192024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256032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276"/>
                </a:solidFill>
              </a:rPr>
              <a:t>Objectifs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530352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Quantifier l'impact attendu d'une politique routière avant de la soumettre aux décideurs.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Comparer distribution de gravité réelle vs simulée sur des scénarios concrets.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Produire des rapports chiffrés convaincants pour obtenir des financements.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14131" y="192024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8139" y="256032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276"/>
                </a:solidFill>
              </a:rPr>
              <a:t>Besoins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8139" y="530352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Un outil no-code : modifier une variable (vma, lum, surf) et voir l'impact prédit.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Des chiffres actionnables : « −15% accidents graves si 110 km/h sur autoroute ».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Un résultat exportable pour alimenter une présentation aux élus.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8183" y="2307336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1" y="2371344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276"/>
                </a:solidFill>
              </a:rPr>
              <a:t>Comportements au quotidien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2645664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Produit des rapports comparatifs pour la Direction Sécurité.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Travaille encore sur Excel avec données ONISR téléchargées manuellement.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Construit ses graphiques à la main pour chaque présentation aux élus.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Collabore avec les forces de l'ordre pour croiser PV et données ONISR.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4131" y="2307336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8139" y="2371344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276"/>
                </a:solidFill>
              </a:rPr>
              <a:t>Outils utilisés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8139" y="2645664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Excel / LibreOffice — analyse principale (encore).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PowerPoint — présentations aux décideurs.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QGIS — cartographie ponctuelle.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Notre solution Gradio — scénarios what-if sur le modèle ML.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8183" y="4422648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22191" y="4486656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276"/>
                </a:solidFill>
              </a:rPr>
              <a:t>Problèmes rencontrés (avant la solution)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1" y="4760976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Pas de moyen simple de faire du what-if sans recoder un modèle.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Les données ONISR arrivent avec 2 ans de retard — difficile d'être proactif.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Doit convaincre des élus avec des chiffres mais n'a aucun outil dédié.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14131" y="4422648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8139" y="4486656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276"/>
                </a:solidFill>
              </a:rPr>
              <a:t>Citation typique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8139" y="4760976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« Ce qui m'intéresse, c'est pas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l'accident individuel — c'est la tendance.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Si je montre qu'une mesure évite 15%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des accidents graves, j'ai mon argument.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